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64" r:id="rId4"/>
    <p:sldId id="265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366" autoAdjust="0"/>
  </p:normalViewPr>
  <p:slideViewPr>
    <p:cSldViewPr snapToGrid="0">
      <p:cViewPr varScale="1">
        <p:scale>
          <a:sx n="57" d="100"/>
          <a:sy n="57" d="100"/>
        </p:scale>
        <p:origin x="7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3107A-D3D7-4A81-865D-A765ACB95101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9EF80-31AA-42CB-A1D2-C1205BCD87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178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Predicting whether someone in the dataset is likely to seek mental health based on variables, age, work interference, company size etc. 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9EF80-31AA-42CB-A1D2-C1205BCD87C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3180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9EF80-31AA-42CB-A1D2-C1205BCD87C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1179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9EF80-31AA-42CB-A1D2-C1205BCD87C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358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057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577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8917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182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4949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9727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133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2144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59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9473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843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4B548-0ED7-422B-A5CD-C2DB09DFE369}" type="datetimeFigureOut">
              <a:rPr lang="en-PH" smtClean="0"/>
              <a:t>30/10/2024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177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osmi/mental-health-in-tech-survey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33A95-7736-C57F-56F9-B77997537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Group project	</a:t>
            </a:r>
            <a:endParaRPr lang="en-PH" sz="40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A3BFC-9FD0-BC03-3DFD-D7D2052B8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By Stephen McGuinness</a:t>
            </a:r>
            <a:endParaRPr lang="en-PH" sz="2000" dirty="0">
              <a:solidFill>
                <a:schemeClr val="tx2"/>
              </a:solidFill>
            </a:endParaRPr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486E28C3-BABD-B0E4-A27B-203BC4C9D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4154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C9850-3C9E-2588-04E9-3ABB0B49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What are the project guidelines? </a:t>
            </a:r>
            <a:endParaRPr lang="en-PH" sz="3600">
              <a:solidFill>
                <a:schemeClr val="tx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A6089-7FD7-1F63-D4EC-EF3470C0D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Do not attempt anything complicated.</a:t>
            </a:r>
          </a:p>
          <a:p>
            <a:r>
              <a:rPr lang="en-US" sz="1800">
                <a:solidFill>
                  <a:schemeClr val="tx2"/>
                </a:solidFill>
              </a:rPr>
              <a:t>Marks are awarded for organization and presentation.</a:t>
            </a:r>
          </a:p>
          <a:p>
            <a:r>
              <a:rPr lang="en-US" sz="1800">
                <a:solidFill>
                  <a:schemeClr val="tx2"/>
                </a:solidFill>
              </a:rPr>
              <a:t>Set up to 4 objectives (one per team member), covering stages of processing or data analysis.</a:t>
            </a:r>
          </a:p>
          <a:p>
            <a:r>
              <a:rPr lang="en-US" sz="1800">
                <a:solidFill>
                  <a:schemeClr val="tx2"/>
                </a:solidFill>
              </a:rPr>
              <a:t>1200 – 2500 words </a:t>
            </a:r>
            <a:endParaRPr lang="en-PH" sz="1800">
              <a:solidFill>
                <a:schemeClr val="tx2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69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C4572-9756-9197-2E33-D138A658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do we ensure we keep on track?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575C4A-A71B-BC8B-A363-BC57F8D79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6182" y="578738"/>
            <a:ext cx="5287786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2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C07C3-864E-0197-1252-6DEC55D29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20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50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BEA50-DCB2-6B1C-9C13-C4F2BF258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Example of dataset </a:t>
            </a:r>
            <a:endParaRPr lang="en-PH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7D54F-EEBF-B800-D307-AAE8CFC02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dirty="0">
              <a:hlinkClick r:id="rId2"/>
            </a:endParaRPr>
          </a:p>
          <a:p>
            <a:pPr marL="0" indent="0">
              <a:buNone/>
            </a:pPr>
            <a:endParaRPr lang="en-PH" dirty="0">
              <a:hlinkClick r:id="rId2"/>
            </a:endParaRPr>
          </a:p>
          <a:p>
            <a:pPr marL="0" indent="0">
              <a:buNone/>
            </a:pPr>
            <a:r>
              <a:rPr lang="en-PH" dirty="0">
                <a:hlinkClick r:id="rId2"/>
              </a:rPr>
              <a:t>https://www.kaggle.com/datasets/osmi/mental-health-in-tech-survey</a:t>
            </a:r>
            <a:endParaRPr lang="en-PH" dirty="0"/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5896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27553-A7B0-8B8D-F60B-23821A825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100"/>
              <a:t>Project Goals and Objectives</a:t>
            </a:r>
            <a:endParaRPr lang="en-PH" sz="5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4FCF4-4910-1D6D-86C4-B837BE84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000"/>
              <a:t>Understand factors relating to mental health in tech professionals and to identify patterns or correlations. </a:t>
            </a:r>
          </a:p>
          <a:p>
            <a:r>
              <a:rPr lang="en-US" sz="2000"/>
              <a:t>Key objectives:-</a:t>
            </a:r>
          </a:p>
          <a:p>
            <a:pPr lvl="1"/>
            <a:r>
              <a:rPr lang="en-US" sz="2000"/>
              <a:t>Data Cleaning -  Correct typos, standardize formats.</a:t>
            </a:r>
          </a:p>
          <a:p>
            <a:pPr lvl="1"/>
            <a:r>
              <a:rPr lang="en-US" sz="2000"/>
              <a:t>Exploratory Data Analysis (EDA) – Identify trends and summarize data.</a:t>
            </a:r>
          </a:p>
          <a:p>
            <a:pPr lvl="1"/>
            <a:r>
              <a:rPr lang="en-US" sz="2000"/>
              <a:t>Data Pipeline – Build core analysis.</a:t>
            </a:r>
          </a:p>
          <a:p>
            <a:pPr lvl="1"/>
            <a:r>
              <a:rPr lang="en-US" sz="2000"/>
              <a:t>Visualizations – Present insights. </a:t>
            </a:r>
          </a:p>
        </p:txBody>
      </p:sp>
    </p:spTree>
    <p:extLst>
      <p:ext uri="{BB962C8B-B14F-4D97-AF65-F5344CB8AC3E}">
        <p14:creationId xmlns:p14="http://schemas.microsoft.com/office/powerpoint/2010/main" val="95250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2FA7-2532-6CAB-885E-24577976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and responsibilities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B26CB-046B-0A4E-A584-301F5D014250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359479">
            <a:off x="993372" y="2500440"/>
            <a:ext cx="5228383" cy="5937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 Collection and Cleaning 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endParaRPr lang="en-PH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2C77CC-D8D8-E9A2-0A2E-E0713C96A1C7}"/>
              </a:ext>
            </a:extLst>
          </p:cNvPr>
          <p:cNvSpPr txBox="1">
            <a:spLocks/>
          </p:cNvSpPr>
          <p:nvPr/>
        </p:nvSpPr>
        <p:spPr>
          <a:xfrm rot="20920478">
            <a:off x="5644983" y="5044831"/>
            <a:ext cx="5228383" cy="59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Exploratory Data Analysis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18BB6F-203F-352B-DAA8-13DE7349BF4B}"/>
              </a:ext>
            </a:extLst>
          </p:cNvPr>
          <p:cNvSpPr txBox="1">
            <a:spLocks/>
          </p:cNvSpPr>
          <p:nvPr/>
        </p:nvSpPr>
        <p:spPr>
          <a:xfrm rot="21115265">
            <a:off x="1201131" y="4271310"/>
            <a:ext cx="5228383" cy="59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Data Modeling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EB5D28-69C6-694E-981A-4178E6B57957}"/>
              </a:ext>
            </a:extLst>
          </p:cNvPr>
          <p:cNvSpPr txBox="1">
            <a:spLocks/>
          </p:cNvSpPr>
          <p:nvPr/>
        </p:nvSpPr>
        <p:spPr>
          <a:xfrm rot="340448">
            <a:off x="6449076" y="2560145"/>
            <a:ext cx="5228383" cy="59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Visualization and reporting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4624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5D053-507F-0833-9713-2E56C5B9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600"/>
              <a:t>Data exploratory questions examples</a:t>
            </a:r>
            <a:endParaRPr lang="en-PH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C65BF-2BF7-AD02-DE19-9A37626E7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Are there significant gender differences in mental health treatment behavior?</a:t>
            </a:r>
          </a:p>
          <a:p>
            <a:r>
              <a:rPr lang="en-US" sz="2000" dirty="0"/>
              <a:t>Does having a family history of mental health increase treatment likelihood?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PH" sz="2000" u="sng" dirty="0"/>
              <a:t>Why do we need this information?</a:t>
            </a:r>
          </a:p>
          <a:p>
            <a:pPr marL="0" indent="0">
              <a:buNone/>
            </a:pPr>
            <a:r>
              <a:rPr lang="en-PH" sz="2000" dirty="0"/>
              <a:t>Aids in feature selection for model focus. </a:t>
            </a:r>
          </a:p>
        </p:txBody>
      </p:sp>
    </p:spTree>
    <p:extLst>
      <p:ext uri="{BB962C8B-B14F-4D97-AF65-F5344CB8AC3E}">
        <p14:creationId xmlns:p14="http://schemas.microsoft.com/office/powerpoint/2010/main" val="264000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A66E-01DB-148C-A08E-E2094A88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Modelling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B0C3-B0E2-DB56-B0AA-0169DFAEDD78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9896766">
            <a:off x="1494740" y="3041930"/>
            <a:ext cx="9399744" cy="774140"/>
          </a:xfrm>
        </p:spPr>
        <p:txBody>
          <a:bodyPr/>
          <a:lstStyle/>
          <a:p>
            <a:r>
              <a:rPr lang="en-US" dirty="0"/>
              <a:t>Fewer, relevant features = a stronger, more accurate model.</a:t>
            </a:r>
          </a:p>
          <a:p>
            <a:endParaRPr lang="en-P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2F2785-471B-5024-D111-A77F9C3B39E5}"/>
              </a:ext>
            </a:extLst>
          </p:cNvPr>
          <p:cNvSpPr txBox="1"/>
          <p:nvPr/>
        </p:nvSpPr>
        <p:spPr>
          <a:xfrm>
            <a:off x="726141" y="1757083"/>
            <a:ext cx="51009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Modeling</a:t>
            </a:r>
            <a:r>
              <a:rPr lang="en-US" dirty="0"/>
              <a:t> is about using these observations to make </a:t>
            </a:r>
            <a:r>
              <a:rPr lang="en-US" b="1" dirty="0"/>
              <a:t>predictions on future or new data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Predict future outcomes</a:t>
            </a:r>
            <a:r>
              <a:rPr lang="en-US" dirty="0"/>
              <a:t> based on patterns identified in EDA.</a:t>
            </a:r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2819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1136</TotalTime>
  <Words>255</Words>
  <Application>Microsoft Office PowerPoint</Application>
  <PresentationFormat>Widescreen</PresentationFormat>
  <Paragraphs>39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2013 - 2022 Theme</vt:lpstr>
      <vt:lpstr>Group project </vt:lpstr>
      <vt:lpstr>What are the project guidelines? </vt:lpstr>
      <vt:lpstr>How do we ensure we keep on track?</vt:lpstr>
      <vt:lpstr>PowerPoint Presentation</vt:lpstr>
      <vt:lpstr>Example of dataset </vt:lpstr>
      <vt:lpstr>Project Goals and Objectives</vt:lpstr>
      <vt:lpstr>Roles and responsibilities</vt:lpstr>
      <vt:lpstr>Data exploratory questions examples</vt:lpstr>
      <vt:lpstr>Data Modelling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McGuinness [zmmh2430]</dc:creator>
  <cp:lastModifiedBy>Stephen McGuinness [zmmh2430]</cp:lastModifiedBy>
  <cp:revision>2</cp:revision>
  <dcterms:created xsi:type="dcterms:W3CDTF">2024-10-29T22:03:36Z</dcterms:created>
  <dcterms:modified xsi:type="dcterms:W3CDTF">2024-10-30T17:10:14Z</dcterms:modified>
</cp:coreProperties>
</file>